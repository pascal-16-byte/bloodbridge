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ora Thin"/>
      <p:regular r:id="rId201314"/>
    </p:embeddedFont>
    <p:embeddedFont>
      <p:font typeface="Sora ExtraLight"/>
      <p:regular r:id="rId201315"/>
    </p:embeddedFont>
    <p:embeddedFont>
      <p:font typeface="Sora Medium"/>
      <p:regular r:id="rId201316"/>
    </p:embeddedFont>
    <p:embeddedFont>
      <p:font typeface="Sora Light"/>
      <p:regular r:id="rId201317"/>
    </p:embeddedFont>
    <p:embeddedFont>
      <p:font typeface="Sora"/>
      <p:regular r:id="rId201318"/>
    </p:embeddedFont>
    <p:embeddedFont>
      <p:font typeface="Sora SemiBold"/>
      <p:regular r:id="rId201319"/>
    </p:embeddedFont>
    <p:embeddedFont>
      <p:font typeface="Sora Bold"/>
      <p:regular r:id="rId201320"/>
    </p:embeddedFont>
    <p:embeddedFont>
      <p:font typeface="Sora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jpeg"/><Relationship Id="rId7" Type="http://schemas.openxmlformats.org/officeDocument/2006/relationships/image" Target="../media/image-4-7.jpeg"/><Relationship Id="rId8" Type="http://schemas.openxmlformats.org/officeDocument/2006/relationships/image" Target="../media/image-4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476970"/>
            <a:ext cx="4767114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BloodBridge — Connecting Blood. Saving Lives.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3016374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AI-powered emergency blood request network that instantly links donors, hospitals and communities. Designed for speed, security and scale.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570955"/>
            <a:ext cx="4767114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02943" y="2130326"/>
            <a:ext cx="4767114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Thousands struggle to find compatible blood in critical moments.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Donors, hospitals and patients remain fragmented—manual calls and WhatsApp chains slow responses.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Hospitals rely on ad-hoc networks; verification and availability are uncertain.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Every minute matters when someone needs blood.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4377"/>
            <a:ext cx="8196114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1001464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BloodBridge is a lightweight digital platform that instantly connects verified donors to emergency recipients using location-aware search, secure verification and real-time notifications.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1587178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373" y="1632607"/>
            <a:ext cx="213792" cy="213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954" y="1633686"/>
            <a:ext cx="7756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Register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3943" y="2162621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373" y="2208051"/>
            <a:ext cx="213792" cy="213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3954" y="2209130"/>
            <a:ext cx="7756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Search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3943" y="2738065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373" y="2783495"/>
            <a:ext cx="213792" cy="213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3954" y="2784574"/>
            <a:ext cx="7756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Request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3943" y="3313509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373" y="3358939"/>
            <a:ext cx="213792" cy="2137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3954" y="3360018"/>
            <a:ext cx="7756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Notify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73943" y="3888953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373" y="3934383"/>
            <a:ext cx="213792" cy="2137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3954" y="3935462"/>
            <a:ext cx="7756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Donate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3943" y="4464397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9373" y="4509827"/>
            <a:ext cx="213792" cy="2137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3954" y="4510906"/>
            <a:ext cx="7756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Save Life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3278"/>
            <a:ext cx="8196114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Features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938659"/>
            <a:ext cx="563910" cy="704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6858" y="938659"/>
            <a:ext cx="1241822" cy="60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Secure Authentication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76858" y="1610767"/>
            <a:ext cx="1241822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Multi-factor sign-in, JWT-based sessions, role-based access for hospitals and volunteers.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686" y="938659"/>
            <a:ext cx="563984" cy="704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0675" y="938659"/>
            <a:ext cx="1241822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Donor Registration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60675" y="1408956"/>
            <a:ext cx="1241822" cy="93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Quick profile capture: blood type, donation history, eligibility and certificates.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503" y="938659"/>
            <a:ext cx="563910" cy="7048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44418" y="938659"/>
            <a:ext cx="1241822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Emergency Requests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344418" y="1408956"/>
            <a:ext cx="1241822" cy="93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One-tap request with required blood group, urgency level and hospital pickup details.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245" y="938659"/>
            <a:ext cx="563984" cy="7049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8235" y="938659"/>
            <a:ext cx="1241822" cy="60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Group &amp; Location Search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7428235" y="1610767"/>
            <a:ext cx="1241822" cy="93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Geo-filtered matching by blood group and proximity for faster discovery.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43" y="2955652"/>
            <a:ext cx="563910" cy="7048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76858" y="2955652"/>
            <a:ext cx="1241822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Availability Status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1176858" y="3425949"/>
            <a:ext cx="1241822" cy="93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Donors set availability; hospitals view real-time inventory and donor status.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7686" y="2955652"/>
            <a:ext cx="563984" cy="70492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60675" y="2955652"/>
            <a:ext cx="1241822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User Dashboard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3260675" y="3425949"/>
            <a:ext cx="1241822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Unified view for hospitals, coordinators and donors: requests, history and confirmations.</a:t>
            </a:r>
            <a:endParaRPr lang="en-US" sz="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503" y="2955652"/>
            <a:ext cx="563910" cy="7048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44418" y="2955652"/>
            <a:ext cx="124182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5344418" y="3224138"/>
            <a:ext cx="1241822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Push, SMS and in-app alerts with priority escalation for critical requests.</a:t>
            </a:r>
            <a:endParaRPr lang="en-US" sz="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245" y="2955652"/>
            <a:ext cx="563984" cy="70492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28235" y="2955652"/>
            <a:ext cx="1241822" cy="60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Mobile Responsive Interface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7428235" y="3627760"/>
            <a:ext cx="1241822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Accessible on low-bandwidth connections; progressive web app and native-ready UI.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9140"/>
            <a:ext cx="8196114" cy="32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System Workflow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727" y="937840"/>
            <a:ext cx="8128546" cy="3505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4710" y="3772176"/>
            <a:ext cx="2037585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Confirm &amp; Complete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54710" y="2960779"/>
            <a:ext cx="194102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Notify Donors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54710" y="2157578"/>
            <a:ext cx="194102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Find Donors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4710" y="1346181"/>
            <a:ext cx="1981751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Emergency Request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3943" y="4572446"/>
            <a:ext cx="86533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workflow shortens time-to-match and adds verification at each step to ensure safety and traceability.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79524"/>
            <a:ext cx="8196114" cy="27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Technology Stack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974824"/>
            <a:ext cx="264468" cy="264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1342579"/>
            <a:ext cx="3969023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3943" y="1599158"/>
            <a:ext cx="3969023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· Tailwind CSS · Axios — fast, responsive interfaces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1915195"/>
            <a:ext cx="264468" cy="264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3943" y="2282949"/>
            <a:ext cx="3969023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Backend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3943" y="2539529"/>
            <a:ext cx="3969023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Spring Boot · Spring Security · JWT · REST APIs — secure, scalable services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855565"/>
            <a:ext cx="264468" cy="264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3943" y="3223320"/>
            <a:ext cx="3969023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73943" y="3479899"/>
            <a:ext cx="3969023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MySQL — reliable relational storage for records and audit logs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943" y="3795936"/>
            <a:ext cx="264468" cy="264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3943" y="4163690"/>
            <a:ext cx="3969023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Tools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73943" y="4420270"/>
            <a:ext cx="3969023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Maven · GitHub — CI-ready and version controlled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5796" y="1393329"/>
            <a:ext cx="3969023" cy="2232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05796" y="3718843"/>
            <a:ext cx="3969023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Designed for low-latency lookups and secure, authenticated communication between client and hospital systems. API-first approach enables easy hospital integrations and mobile clients.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858640"/>
            <a:ext cx="4767114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02943" y="2418011"/>
            <a:ext cx="47671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Layered design: client-side UI 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authenticated REST API 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business logic &amp; verification 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persistent storage. All API traffic uses TLS; JWT ensures role-based access and short-lived tokens for emergency sessions.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0394"/>
            <a:ext cx="819611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Why BloodBridge Is Different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67238" y="771971"/>
            <a:ext cx="9525" cy="3961061"/>
          </a:xfrm>
          <a:prstGeom prst="roundRect">
            <a:avLst>
              <a:gd name="adj" fmla="val 401177"/>
            </a:avLst>
          </a:prstGeom>
          <a:solidFill>
            <a:srgbClr val="DFB8BC"/>
          </a:solidFill>
          <a:ln/>
        </p:spPr>
      </p:sp>
      <p:sp>
        <p:nvSpPr>
          <p:cNvPr id="4" name="Shape 2"/>
          <p:cNvSpPr/>
          <p:nvPr/>
        </p:nvSpPr>
        <p:spPr>
          <a:xfrm>
            <a:off x="464418" y="771971"/>
            <a:ext cx="4098057" cy="545827"/>
          </a:xfrm>
          <a:prstGeom prst="rect">
            <a:avLst/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115" y="867668"/>
            <a:ext cx="3911426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Fast Donor Discovery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0115" y="1053926"/>
            <a:ext cx="391142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1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Geo-aware, blood-group filtering to cut match time dramatically.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81525" y="1439987"/>
            <a:ext cx="4098057" cy="545827"/>
          </a:xfrm>
          <a:prstGeom prst="rect">
            <a:avLst/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459" y="1535683"/>
            <a:ext cx="3911426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Real-time Availability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72459" y="1721941"/>
            <a:ext cx="391142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donor status and hospital inventory visibility reduces uncertainty.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64418" y="2108002"/>
            <a:ext cx="4098057" cy="545827"/>
          </a:xfrm>
          <a:prstGeom prst="rect">
            <a:avLst/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115" y="2203698"/>
            <a:ext cx="3911426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Secure Authentication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0115" y="2389956"/>
            <a:ext cx="391142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1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Verified identities and encrypted communication for patient safety.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81525" y="2776017"/>
            <a:ext cx="4098057" cy="620985"/>
          </a:xfrm>
          <a:prstGeom prst="rect">
            <a:avLst/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459" y="2871713"/>
            <a:ext cx="3911426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Easy UX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459" y="3057971"/>
            <a:ext cx="391142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Designed for clinicians, coordinators and first-time donors — minimal steps under duress.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4418" y="3519190"/>
            <a:ext cx="4098057" cy="545827"/>
          </a:xfrm>
          <a:prstGeom prst="rect">
            <a:avLst/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115" y="3614886"/>
            <a:ext cx="3911426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Community-driven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0115" y="3801145"/>
            <a:ext cx="391142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1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Volunteer networks, blood-banks and hospitals collaborate on one platform.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81525" y="4187205"/>
            <a:ext cx="4098057" cy="545827"/>
          </a:xfrm>
          <a:prstGeom prst="rect">
            <a:avLst/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459" y="4282901"/>
            <a:ext cx="3911426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Scalable 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72459" y="4469160"/>
            <a:ext cx="391142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Microservice-ready architecture to support city, regional and national rollouts.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68"/>
            <a:ext cx="8196114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Roadmap &amp; Future Enhancements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3943" y="2592065"/>
            <a:ext cx="3597325" cy="5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donor recommendations &amp; eligibility scoring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GPS tracking for donor routing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Hospital EMR and blood-bank integrations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Predictive blood inventory (ML forecasting)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Advanced analytics dashboard for health administrators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Native mobile apps with offline-first support</a:t>
            </a:r>
            <a:endParaRPr lang="en-US" sz="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1229" y="639366"/>
            <a:ext cx="4433515" cy="4433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45815"/>
            <a:ext cx="4767114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Social Impact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958453"/>
            <a:ext cx="317376" cy="3173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0073" y="958453"/>
            <a:ext cx="430098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Faster Emergency Response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40073" y="1238622"/>
            <a:ext cx="430098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 time-to-match, increasing survival chance in critical transfusions.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1870100"/>
            <a:ext cx="317376" cy="3173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0073" y="1870100"/>
            <a:ext cx="430098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Increased Donor Participation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940073" y="2150269"/>
            <a:ext cx="4300984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Simplified workflows and reminders convert availability into action.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2584996"/>
            <a:ext cx="317376" cy="3173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0073" y="2584996"/>
            <a:ext cx="430098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Reduced Shortages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940073" y="2865165"/>
            <a:ext cx="430098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Better visibility and predictive forecasting stabilises local blood supply.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3943" y="3496642"/>
            <a:ext cx="317376" cy="3173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0073" y="3496642"/>
            <a:ext cx="430098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Community Collaboration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940073" y="3776811"/>
            <a:ext cx="430098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Hospitals, NGOs and volunteers coordinate on one verified platform.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473943" y="4304184"/>
            <a:ext cx="476711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Impact snapshot: faster matches, more donors, fewer critical shortages — measurable health outcomes at community scale.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2026-07-16T03:28:48Z</dcterms:created>
  <dcterms:modified xsi:type="dcterms:W3CDTF">2026-07-16T03:28:48Z</dcterms:modified>
</cp:coreProperties>
</file>